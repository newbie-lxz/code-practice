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1717A"/>
                </a:solidFill>
              </a:rPr>
              <a:t>基于大数据爬虫与机器学习的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3238"/>
                </a:solidFill>
              </a:rPr>
              <a:t>B站学习区与生活区弹幕情感对比分析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研究问题：不同内容场景下，用户弹幕情绪是否存在显著差异？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8E5"/>
                </a:solidFill>
              </a:rPr>
              <a:t>采集弹幕 → 清洗分词 → 特征构建 → 模型训练 → 全量预测 → 结果解释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8E5"/>
                </a:solidFill>
              </a:rPr>
              <a:t>5000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弹幕样本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</a:rPr>
              <a:t>1000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人工标注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81B60"/>
                </a:solidFill>
              </a:rPr>
              <a:t>4类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机器学习模型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A825"/>
                </a:solidFill>
              </a:rPr>
              <a:t>6分钟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6112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课堂展示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7A"/>
                </a:solidFill>
              </a:rPr>
              <a:t>项目定位：贴合课程机器学习实践，兼具现实意义与展示趣味性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1/8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研究意义：为什么分析弹幕情绪？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从课程应用、平台运营和青年用户情绪观察三个角度建立价值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93776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263238"/>
                </a:solidFill>
              </a:rPr>
              <a:t>弹幕是即时、碎片化、情绪强的用户反馈文本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</a:rPr>
              <a:t>学习区更可能出现难度、焦虑、压力等学习情绪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</a:rPr>
              <a:t>生活区更可能出现放松、治愈、喜欢等娱乐情绪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</a:rPr>
              <a:t>同一套机器学习流程可以复用到舆情监测、评论分析和内容运营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9224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</a:rPr>
              <a:t>评分对应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92240" y="1920240"/>
            <a:ext cx="44805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意义与价值：用真实平台场景承接课程知识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内容有趣性：弹幕文本贴近日常表达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分析完整性：从数据到模型再到解释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研究创新性：分区对照 + 情感词典特征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</a:rPr>
              <a:t>核心结论预期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5074920"/>
            <a:ext cx="4480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学习区负向表达占比更高，生活区正向表达占比更高；差异来自内容场景和用户心理状态。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2/8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数据流程：从弹幕到可训练样本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样本结构、清洗规则和人工标注方式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数据来源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4805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63238"/>
                </a:solidFill>
              </a:rPr>
              <a:t>学习区热门视频弹幕 2500 条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生活区热门视频弹幕 2500 条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字段：分区、BV号、弹幕文本、标签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预处理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4251960"/>
            <a:ext cx="448056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63238"/>
                </a:solidFill>
              </a:rPr>
              <a:t>去空值、去重复、去乱码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保留中文、英文、数字和常见标点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jieba 分词 + 停用词过滤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1B60"/>
                </a:solidFill>
              </a:rPr>
              <a:t>标注策略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63238"/>
                </a:solidFill>
              </a:rPr>
              <a:t>从5000条中抽取1000条人工标注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标签：正面 / 负面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8:2划分训练集与测试集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其余4000条交给最优模型预测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</a:rPr>
              <a:t>数据处理产物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4526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clean_text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pos_cnt / neg_cnt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word_len / exclaim_cnt / question_cnt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TF-IDF 矩阵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3/8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模型设计：文本特征 + 情感语义特征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不是只做词频统计，而是把语义线索加入机器学习输入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238"/>
                </a:solidFill>
              </a:rPr>
              <a:t>输入特征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63238"/>
                </a:solidFill>
              </a:rPr>
              <a:t>TF-IDF：表达词语在弹幕中的区分度</a:t>
            </a:r>
            <a:endParaRPr lang="en-US" sz="1800" dirty="0"/>
          </a:p>
          <a:p>
            <a:r>
              <a:rPr lang="en-US" sz="1800" dirty="0">
                <a:solidFill>
                  <a:srgbClr val="263238"/>
                </a:solidFill>
              </a:rPr>
              <a:t>正向词数量：懂了、有用、喜欢、治愈</a:t>
            </a:r>
            <a:endParaRPr lang="en-US" sz="1800" dirty="0"/>
          </a:p>
          <a:p>
            <a:r>
              <a:rPr lang="en-US" sz="1800" dirty="0">
                <a:solidFill>
                  <a:srgbClr val="263238"/>
                </a:solidFill>
              </a:rPr>
              <a:t>负向词数量：难、焦虑、崩溃、压力</a:t>
            </a:r>
            <a:endParaRPr lang="en-US" sz="1800" dirty="0"/>
          </a:p>
          <a:p>
            <a:r>
              <a:rPr lang="en-US" sz="1800" dirty="0">
                <a:solidFill>
                  <a:srgbClr val="263238"/>
                </a:solidFill>
              </a:rPr>
              <a:t>语气特征：长度、问号、感叹号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238"/>
                </a:solidFill>
              </a:rPr>
              <a:t>候选模型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63238"/>
                </a:solidFill>
              </a:rPr>
              <a:t>朴素贝叶斯：适合文本分类基线</a:t>
            </a:r>
            <a:endParaRPr lang="en-US" sz="1800" dirty="0"/>
          </a:p>
          <a:p>
            <a:r>
              <a:rPr lang="en-US" sz="1800" dirty="0">
                <a:solidFill>
                  <a:srgbClr val="263238"/>
                </a:solidFill>
              </a:rPr>
              <a:t>逻辑回归：稳定、可解释</a:t>
            </a:r>
            <a:endParaRPr lang="en-US" sz="1800" dirty="0"/>
          </a:p>
          <a:p>
            <a:r>
              <a:rPr lang="en-US" sz="1800" dirty="0">
                <a:solidFill>
                  <a:srgbClr val="263238"/>
                </a:solidFill>
              </a:rPr>
              <a:t>SVM：适合高维稀疏文本特征</a:t>
            </a:r>
            <a:endParaRPr lang="en-US" sz="1800" dirty="0"/>
          </a:p>
          <a:p>
            <a:r>
              <a:rPr lang="en-US" sz="1800" dirty="0">
                <a:solidFill>
                  <a:srgbClr val="263238"/>
                </a:solidFill>
              </a:rPr>
              <a:t>随机森林：非线性组合特征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8E5"/>
                </a:solidFill>
              </a:rPr>
              <a:t>判断标准：准确率 + F1值。选出综合表现最好的模型进行全量预测。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4/8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模型结果：朴素贝叶斯与SVM表现最好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测试集：1000条人工标注样本按8:2划分</a:t>
            </a:r>
            <a:endParaRPr lang="en-US" sz="1300" dirty="0"/>
          </a:p>
        </p:txBody>
      </p:sp>
      <p:pic>
        <p:nvPicPr>
          <p:cNvPr id="4" name="Image 0" descr="/mnt/data/bilibili_sentiment_project/figures/model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8064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238"/>
                </a:solidFill>
              </a:rPr>
              <a:t>结果摘要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20840" y="1874520"/>
            <a:ext cx="44805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朴素贝叶斯：Acc 0.945 / F1 0.950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SVM：Acc 0.945 / F1 0.950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逻辑回归：Acc 0.940 / F1 0.945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随机森林：Acc 0.920 / F1 0.927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20840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选择策略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2084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在短文本任务中，朴素贝叶斯速度快、稳定性好，适合作为本项目全量预测模型。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5/8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核心发现：学习区负面更高，生活区正面更高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基于最优模型对5000条弹幕进行全量预测</a:t>
            </a:r>
            <a:endParaRPr lang="en-US" sz="1300" dirty="0"/>
          </a:p>
        </p:txBody>
      </p:sp>
      <p:pic>
        <p:nvPicPr>
          <p:cNvPr id="4" name="Image 0" descr="/mnt/data/bilibili_sentiment_project/figures/partition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852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1B60"/>
                </a:solidFill>
              </a:rPr>
              <a:t>学习区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0372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</a:rPr>
              <a:t>正面 42.00%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</a:rPr>
              <a:t>负面 58.00%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037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</a:rPr>
              <a:t>典型表达：难、听不懂、焦虑、压力、崩溃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90372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生活区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0372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</a:rPr>
              <a:t>正面 69.08%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</a:rPr>
              <a:t>负面 30.92%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03720" y="5303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</a:rPr>
              <a:t>典型表达：治愈、放松、喜欢、温暖、快乐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6/8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结果解释：情绪差异来自内容场景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机器学习输出之后，还要回到现实语境中解释结果</a:t>
            </a:r>
            <a:endParaRPr lang="en-US" sz="1300" dirty="0"/>
          </a:p>
        </p:txBody>
      </p:sp>
      <p:pic>
        <p:nvPicPr>
          <p:cNvPr id="4" name="Image 0" descr="/mnt/data/bilibili_sentiment_project/figures/keywords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62356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1B60"/>
                </a:solidFill>
              </a:rPr>
              <a:t>解释一：学习区的“负面”多是压力表达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29400" y="1783080"/>
            <a:ext cx="4572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负向弹幕并不一定代表内容差，很多是用户面对难题、考试和自我要求时的即时吐槽。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2940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</a:rPr>
              <a:t>解释二：生活区更接近情绪陪伴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629400" y="3520440"/>
            <a:ext cx="4572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日常、分享、娱乐类内容更容易触发放松、共鸣、喜欢和支持等正向反馈。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8E5"/>
                </a:solidFill>
              </a:rPr>
              <a:t>创新点：分区对照 + 情感词典特征 + 多模型择优 + 结果语境解释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7/8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总结：完整流程与可扩展方向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</a:rPr>
              <a:t>对应评分标准：意义、趣味、完整性、解释性、创新性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486400" cy="4114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263238"/>
                </a:solidFill>
              </a:rPr>
              <a:t>完成从弹幕采集、清洗、分词、特征构建到机器学习分类的完整链路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</a:rPr>
              <a:t>用四类模型横向比较，选择最优模型进行5000条弹幕全量预测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</a:rPr>
              <a:t>结论清晰：学习区负面压力表达更高，生活区正面放松表达更高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</a:rPr>
              <a:t>后续可扩展：扩大真实视频样本、加入时间维度、尝试BERT深度学习模型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951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</a:rPr>
              <a:t>6分钟分配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95160" y="1920240"/>
            <a:ext cx="42062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1 min 研究问题与意义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1 min 数据采集与清洗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1 min 特征与模型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1 min 模型结果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1 min 分区差异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</a:rPr>
              <a:t>1 min 创新与总结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0" y="4617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一句话收尾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95160" y="5074920"/>
            <a:ext cx="4297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我们不仅做出了分类结果，还解释了为什么不同分区会形成不同情绪结构。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B"/>
                </a:solidFill>
              </a:rPr>
              <a:t>B站弹幕情感对比分析  |  8/8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基于大数据爬虫与机器学习的B站弹幕情感对比分析</dc:title>
  <dc:subject>B站弹幕情感对比分析</dc:subject>
  <dc:creator>OpenAI</dc:creator>
  <cp:lastModifiedBy>OpenAI</cp:lastModifiedBy>
  <cp:revision>1</cp:revision>
  <dcterms:created xsi:type="dcterms:W3CDTF">2026-05-27T14:20:18Z</dcterms:created>
  <dcterms:modified xsi:type="dcterms:W3CDTF">2026-05-27T14:20:18Z</dcterms:modified>
</cp:coreProperties>
</file>